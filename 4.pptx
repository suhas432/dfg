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821F9-81DF-4108-B645-813F62A6B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85E14-0577-4F6E-B9A2-4582FAE63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267EF-46A4-41F4-94F9-F5D9CA30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7D09-256A-4EC1-94C7-51C69D5E5CA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3F69B-FC8E-40B9-B5FC-80B9E646A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920B5-581F-4C8C-B856-09B3582F9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08B16-B31E-462C-8B39-295939117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90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96FA3-2900-45E1-87C0-9356E53FE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79E0D-551F-466C-9833-0AFCF7C8E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364D4-3261-48C9-AA8A-D0E84996A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7D09-256A-4EC1-94C7-51C69D5E5CA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739B2-5949-4D76-939F-D5DEA71A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27684-E9BA-43FB-8593-6C185DED1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08B16-B31E-462C-8B39-295939117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52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FA91-80EB-4831-8E3F-5276AA9B2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5B308-EC47-4A77-8736-93D576A45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B3384-BDB4-467D-A59F-4F9544524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7D09-256A-4EC1-94C7-51C69D5E5CA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50828-8519-4DA6-9CD1-0635EEE0B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68FE5-7638-4DFC-9560-DA435BF3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08B16-B31E-462C-8B39-295939117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924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E99C-48F9-48AE-B156-67888FE99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E0376-9FD3-4B07-A180-37989EEBD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672C9-2FB5-4DF7-BD24-BF6057281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4BF63-7050-4DF8-ADC1-C81303A6B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7D09-256A-4EC1-94C7-51C69D5E5CA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09C07-2569-4773-B419-D143D61A7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C4998-A975-4F73-92A0-02C2E3068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08B16-B31E-462C-8B39-295939117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653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21F1-A5AB-4B87-B8F2-C4BD9EBEC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4FDC5-888B-41F0-B251-BB21CE9C4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DCAD9-FEBC-4924-877E-8AC5F289C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3AEE01-1C6B-4896-8C25-09B45D35C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5EAF3-29B9-4CCF-AB8C-B0CA6DA2F9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5492FD-A375-49FC-9CBF-1B4FA3E0F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7D09-256A-4EC1-94C7-51C69D5E5CA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8A540-B2C4-4AE1-8699-75265B5BA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E7D152-51BD-4239-B531-8EEE0A6AF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08B16-B31E-462C-8B39-295939117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77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AA71-96CB-4BF4-B9AF-EEE443DC2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2BFDA8-7719-4313-80AE-28934B82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7D09-256A-4EC1-94C7-51C69D5E5CA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E5D84-5224-42FB-A6A2-404C6FB4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EC17E-08AE-4B7F-B5A2-22D75610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08B16-B31E-462C-8B39-295939117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749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A0D887-40BD-42C8-946D-DC2D6D6CF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7D09-256A-4EC1-94C7-51C69D5E5CA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8E3D6-809E-4C95-8080-5E03E635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F9CB7-3658-480F-AA25-F13E30C8B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08B16-B31E-462C-8B39-295939117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77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0A18-E542-46DA-A184-CC4FB1F7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BDE78-E751-46EA-B44E-BC6BE7D4A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B982B-E92F-44DA-B325-44A772FDA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B112B-9626-4883-A887-B60D921C9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7D09-256A-4EC1-94C7-51C69D5E5CA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4E42D-4B37-4038-B9C9-09B1BBBD2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7286F-B2A4-4A4E-A0B9-EF064070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08B16-B31E-462C-8B39-295939117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609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7D163-58B1-4AA4-BDEE-818F5681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0DEF73-C4FA-4DD5-AD62-BC2D5A0444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014BF-E3A0-4CE8-8F4C-5AEEA54AD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FD79C-3097-479A-BF5A-DC453349F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7D09-256A-4EC1-94C7-51C69D5E5CA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E6156-6BF1-4E76-B61C-FA4B7FD3B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5C7B2-3697-4798-838F-8EF5FF35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08B16-B31E-462C-8B39-295939117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79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0022-8A54-4ECB-9F70-8EAD3ECB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776CD-D9DA-436E-B764-BC2A83172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A1BE4-CAA1-432F-BF41-3683242C2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7D09-256A-4EC1-94C7-51C69D5E5CA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73986-D616-4F8E-B5AF-E6E4E4A3F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0A1E3-A50A-4D38-A868-050B12938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08B16-B31E-462C-8B39-295939117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351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756D43-0114-4205-A53B-3C061D6E1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33C14C-5747-4137-B521-8707A8BED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ADF6A-94A2-47F3-93D9-423EE242D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7D09-256A-4EC1-94C7-51C69D5E5CA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F1D89-B806-4D4A-BEF6-F75DFAD57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31F9E-EC07-4CBB-A7EB-E11BE0925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08B16-B31E-462C-8B39-295939117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057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5A9AAD-944B-4796-BBFF-D256A31B3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9A2FF-E949-490F-BB65-A66470932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4A687-109B-4109-A74E-9E2CF4A53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37D09-256A-4EC1-94C7-51C69D5E5CA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B33A9-07EE-45C0-BA8F-1AF9943E5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49A5D-F91F-4174-B19C-2E875DB94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08B16-B31E-462C-8B39-295939117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095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971E-E4A7-461E-9C92-F03AD924FA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B5BF7-ABE6-47CC-88C8-5C546D8562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4DDCA4-B0B2-41EC-AABD-19307D659945}"/>
              </a:ext>
            </a:extLst>
          </p:cNvPr>
          <p:cNvSpPr/>
          <p:nvPr/>
        </p:nvSpPr>
        <p:spPr>
          <a:xfrm>
            <a:off x="170262" y="199293"/>
            <a:ext cx="8982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1. Create an image gallery that holds multiple images.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A7022B-AC3C-42FD-8134-BE49A51C5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4602"/>
            <a:ext cx="12192000" cy="521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025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F55F502-D4C4-47A8-B5FA-EAE236651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719091"/>
            <a:ext cx="10515600" cy="5431715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BC77DBF-D440-481F-9824-DEDE0BC1F7E0}"/>
              </a:ext>
            </a:extLst>
          </p:cNvPr>
          <p:cNvSpPr/>
          <p:nvPr/>
        </p:nvSpPr>
        <p:spPr>
          <a:xfrm>
            <a:off x="0" y="230188"/>
            <a:ext cx="1135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2. Use video and audio tags to display video and audio with the playback, and audio controls</a:t>
            </a:r>
          </a:p>
        </p:txBody>
      </p:sp>
    </p:spTree>
    <p:extLst>
      <p:ext uri="{BB962C8B-B14F-4D97-AF65-F5344CB8AC3E}">
        <p14:creationId xmlns:p14="http://schemas.microsoft.com/office/powerpoint/2010/main" val="3005944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4478D24-7946-4652-9AF7-F057326262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5" y="1526959"/>
            <a:ext cx="11301435" cy="462694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740ABD-6F45-4199-8AC6-E5769CE46F18}"/>
              </a:ext>
            </a:extLst>
          </p:cNvPr>
          <p:cNvSpPr/>
          <p:nvPr/>
        </p:nvSpPr>
        <p:spPr>
          <a:xfrm>
            <a:off x="73981" y="219372"/>
            <a:ext cx="123813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3. Modify the previous assignment so that the audio and video play automatically as the page is loaded and</a:t>
            </a:r>
          </a:p>
          <a:p>
            <a:r>
              <a:rPr lang="en-IN" dirty="0"/>
              <a:t>they should play infinitely</a:t>
            </a:r>
          </a:p>
        </p:txBody>
      </p:sp>
    </p:spTree>
    <p:extLst>
      <p:ext uri="{BB962C8B-B14F-4D97-AF65-F5344CB8AC3E}">
        <p14:creationId xmlns:p14="http://schemas.microsoft.com/office/powerpoint/2010/main" val="1626132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E0B159-1B6B-4979-B5E7-14C0A8A89E34}"/>
              </a:ext>
            </a:extLst>
          </p:cNvPr>
          <p:cNvSpPr/>
          <p:nvPr/>
        </p:nvSpPr>
        <p:spPr>
          <a:xfrm>
            <a:off x="-1" y="230188"/>
            <a:ext cx="112746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4. Use iframe to embed the </a:t>
            </a:r>
            <a:r>
              <a:rPr lang="en-IN" dirty="0" err="1"/>
              <a:t>PhysicsWallah</a:t>
            </a:r>
            <a:r>
              <a:rPr lang="en-IN" dirty="0"/>
              <a:t> Wikipedia page properly.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1BAD1D-453E-4F00-AFFE-8B9578D4B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8882"/>
            <a:ext cx="12192000" cy="502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18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F983EE-EF29-4737-9F66-DED7AF135E88}"/>
              </a:ext>
            </a:extLst>
          </p:cNvPr>
          <p:cNvSpPr/>
          <p:nvPr/>
        </p:nvSpPr>
        <p:spPr>
          <a:xfrm>
            <a:off x="251534" y="36512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5)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57D9FC-8786-4BA7-9879-6BAB6ED93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1861"/>
            <a:ext cx="12192000" cy="531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406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68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2023-11-01T06:51:42Z</dcterms:created>
  <dcterms:modified xsi:type="dcterms:W3CDTF">2023-11-01T07:04:08Z</dcterms:modified>
</cp:coreProperties>
</file>